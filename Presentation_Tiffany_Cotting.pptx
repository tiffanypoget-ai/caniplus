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E5A80"/>
          </a:solidFill>
          <a:ln w="12700">
            <a:solidFill>
              <a:srgbClr val="0E5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0"/>
            <a:ext cx="54864" cy="5143500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CANIPLUS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65760" cy="22860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Tiffany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4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COTTING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Éducatrice canine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Fondatrice du club CaniPlus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274320" cy="18288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97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Ballaigues, Suisse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info@caniplus.ch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8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caniplus.ch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4760" y="411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F1F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Enchantée.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94760" y="1097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J'accompagne chiens et humains vers une relation juste, sereine et respectueuse — sans contrainte ni dominance.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94760" y="1874520"/>
            <a:ext cx="457200" cy="27432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404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Parcours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4760" y="2898648"/>
            <a:ext cx="228600" cy="18288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017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Formée à l'éducation canine, je me forme en continu auprès de professionnels reconnus pour offrir un accompagnement à la hauteur de chaque binôme.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321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2404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Approche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32120" y="2898648"/>
            <a:ext cx="228600" cy="18288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017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positif, écoute du chien et du maître, zéro contrainte. Une éducation qui respecte le rythme de chaque chien — et soulage les humains.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948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404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Histoire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69480" y="2898648"/>
            <a:ext cx="228600" cy="18288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017520"/>
            <a:ext cx="1554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vie partagée avec les chiens m'a appris l'essentiel : observer avant d'agir, expliquer plutôt qu'imposer. CaniPlus est né de cette conviction.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Tiffany Cotting | CaniPlus</dc:title>
  <dc:subject>PptxGenJS Presentation</dc:subject>
  <dc:creator>Tiffany Cotting</dc:creator>
  <cp:lastModifiedBy>Tiffany Cotting</cp:lastModifiedBy>
  <cp:revision>1</cp:revision>
  <dcterms:created xsi:type="dcterms:W3CDTF">2026-04-26T08:52:18Z</dcterms:created>
  <dcterms:modified xsi:type="dcterms:W3CDTF">2026-04-26T08:52:18Z</dcterms:modified>
</cp:coreProperties>
</file>